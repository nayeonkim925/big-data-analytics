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91088" y="841248"/>
            <a:ext cx="137160" cy="137160"/>
          </a:xfrm>
          <a:prstGeom prst="ellipse">
            <a:avLst/>
          </a:prstGeom>
          <a:solidFill>
            <a:srgbClr val="285082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841248"/>
            <a:ext cx="137160" cy="137160"/>
          </a:xfrm>
          <a:prstGeom prst="ellipse">
            <a:avLst/>
          </a:prstGeom>
          <a:solidFill>
            <a:srgbClr val="DC8228"/>
          </a:solidFill>
          <a:ln/>
        </p:spPr>
      </p:sp>
      <p:sp>
        <p:nvSpPr>
          <p:cNvPr id="4" name="Shape 2"/>
          <p:cNvSpPr/>
          <p:nvPr/>
        </p:nvSpPr>
        <p:spPr>
          <a:xfrm>
            <a:off x="11503152" y="841248"/>
            <a:ext cx="137160" cy="137160"/>
          </a:xfrm>
          <a:prstGeom prst="ellipse">
            <a:avLst/>
          </a:prstGeom>
          <a:solidFill>
            <a:srgbClr val="1E786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74980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DC82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TAXOCLASS · AMAZON-531 재현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" y="1170432"/>
            <a:ext cx="106070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100" b="1" dirty="0">
                <a:solidFill>
                  <a:srgbClr val="1E2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Weakly-Supervised Hierarchical</a:t>
            </a:r>
            <a:endParaRPr lang="en-US" sz="4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100" b="1" dirty="0">
                <a:solidFill>
                  <a:srgbClr val="1E2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Multi-Label Text Classification</a:t>
            </a:r>
            <a:endParaRPr lang="en-US" sz="4100" dirty="0"/>
          </a:p>
        </p:txBody>
      </p:sp>
      <p:sp>
        <p:nvSpPr>
          <p:cNvPr id="7" name="Text 5"/>
          <p:cNvSpPr/>
          <p:nvPr/>
        </p:nvSpPr>
        <p:spPr>
          <a:xfrm>
            <a:off x="822960" y="2999232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학습을 마친 weakly-supervised 분류기가 자신의 zero-shot baseline보다 낮은 성능을 낸 원인을 모델이 아닌 데이터에서 찾아, 지표·설계·데이터 품질을 하나씩 통제하며 진단하고 해결한 재현 프로젝트.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315968"/>
            <a:ext cx="3364992" cy="137160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4535424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85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0.4623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088136" y="513892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Zero-shot Example-F1 · 학습 없는 baseline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98848" y="4315968"/>
            <a:ext cx="3364992" cy="1371600"/>
          </a:xfrm>
          <a:prstGeom prst="roundRect">
            <a:avLst>
              <a:gd name="adj" fmla="val 6000"/>
            </a:avLst>
          </a:prstGeom>
          <a:solidFill>
            <a:srgbClr val="FBEEDC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4535424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C82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→ 49%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4764024" y="513892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Silver label 라벨 단위 정밀도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74736" y="4315968"/>
            <a:ext cx="3364992" cy="1371600"/>
          </a:xfrm>
          <a:prstGeom prst="roundRect">
            <a:avLst>
              <a:gd name="adj" fmla="val 6000"/>
            </a:avLst>
          </a:prstGeom>
          <a:solidFill>
            <a:srgbClr val="E7F0EE"/>
          </a:solidFill>
          <a:ln/>
        </p:spPr>
      </p:sp>
      <p:sp>
        <p:nvSpPr>
          <p:cNvPr id="15" name="Text 13"/>
          <p:cNvSpPr/>
          <p:nvPr/>
        </p:nvSpPr>
        <p:spPr>
          <a:xfrm>
            <a:off x="8430768" y="4535424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7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0.40 → 0.55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8439912" y="513892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Example-F1 · 데이터 개선만으로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630936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Figures</a:t>
            </a:r>
            <a:pPr algn="l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figures/png   ·   github.com/NayeonKim925/weakly-supervised-hmtc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eakly-supervised-hmtc/figures/png/01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888" y="146304"/>
            <a:ext cx="11181919" cy="6272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pipeline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pPr algn="r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17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eakly-supervised-hmtc/figures/png/02_problem_set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644" y="146304"/>
            <a:ext cx="11430406" cy="6272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setup · taxonomy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pPr algn="r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17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eakly-supervised-hmtc/figures/png/03_eval_protoc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49136"/>
            <a:ext cx="11679631" cy="62671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protocol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pPr algn="r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17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eakly-supervised-hmtc/figures/png/04_core_mi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644" y="146304"/>
            <a:ext cx="11430406" cy="6272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class mining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pPr algn="r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17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eakly-supervised-hmtc/figures/png/05_classifier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830" y="146304"/>
            <a:ext cx="10594035" cy="6272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 architecture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pPr algn="r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17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eakly-supervised-hmtc/figures/png/06_path_deco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040" y="146304"/>
            <a:ext cx="11151616" cy="6272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decoding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pPr algn="r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eakly-supervised-hmtc/figures/png/07_metric_mas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7" y="146304"/>
            <a:ext cx="11086781" cy="6272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masking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pPr algn="r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17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eakly-supervised-hmtc/figures/png/08_overfit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120" y="146304"/>
            <a:ext cx="11649456" cy="6272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 signature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pPr algn="r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17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eakly-supervised-hmtc/figures/png/09_level_accura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011" y="146304"/>
            <a:ext cx="9485673" cy="6272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Per-level accuracy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pPr algn="r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17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eakly-supervised-hmtc/figures/png/10_precision_cove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4790" y="146304"/>
            <a:ext cx="9482115" cy="6272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Precision–coverage trade-off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pPr algn="r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17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eakly-supervised-hmtc/figures/png/11_decision_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1832" y="146304"/>
            <a:ext cx="7368032" cy="6272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Hypothesis-rejection log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pPr algn="r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17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eakly-supervised-hmtc/figures/png/12_perf_trajec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435" y="146304"/>
            <a:ext cx="10872826" cy="6272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trajectory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pPr algn="r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17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eakly-supervised-hmtc/figures/png/13_precision_f1_comov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7232" y="146304"/>
            <a:ext cx="9857232" cy="6272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Precision–F1 co-movement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pPr algn="r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17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eakly-supervised-hmtc/figures/png/14_llm_bud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176" y="146304"/>
            <a:ext cx="10753344" cy="6272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budget threshold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pPr algn="r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17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eakly-supervised-hmtc/figures/png/15_selftraining_stopp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518" y="146304"/>
            <a:ext cx="11232660" cy="6272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Self-training stopping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pPr algn="r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17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eakly-supervised-hmtc/figures/png/16_ablation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435" y="146304"/>
            <a:ext cx="10872826" cy="6272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ablation table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pPr algn="r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17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eakly-supervised-hmtc/figures/png/17_repro_no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644" y="146304"/>
            <a:ext cx="11430406" cy="6272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Reproduction notes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pPr algn="r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17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2026-07-21T08:48:43Z</dcterms:created>
  <dcterms:modified xsi:type="dcterms:W3CDTF">2026-07-21T08:48:43Z</dcterms:modified>
</cp:coreProperties>
</file>